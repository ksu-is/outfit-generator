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28"/>
  </p:normalViewPr>
  <p:slideViewPr>
    <p:cSldViewPr snapToGrid="0" snapToObjects="1">
      <p:cViewPr varScale="1">
        <p:scale>
          <a:sx n="119" d="100"/>
          <a:sy n="119" d="100"/>
        </p:scale>
        <p:origin x="3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EB9DC188-E23B-3743-A5F2-15AEADC0E951}" type="datetimeFigureOut">
              <a:rPr lang="en-US" smtClean="0"/>
              <a:t>4/26/22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10239791-001D-524B-B386-CF3483D4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792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DC188-E23B-3743-A5F2-15AEADC0E951}" type="datetimeFigureOut">
              <a:rPr lang="en-US" smtClean="0"/>
              <a:t>4/26/22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39791-001D-524B-B386-CF3483D4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588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B9DC188-E23B-3743-A5F2-15AEADC0E951}" type="datetimeFigureOut">
              <a:rPr lang="en-US" smtClean="0"/>
              <a:t>4/26/22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0239791-001D-524B-B386-CF3483D4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72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DC188-E23B-3743-A5F2-15AEADC0E951}" type="datetimeFigureOut">
              <a:rPr lang="en-US" smtClean="0"/>
              <a:t>4/26/22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39791-001D-524B-B386-CF3483D4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275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DC188-E23B-3743-A5F2-15AEADC0E951}" type="datetimeFigureOut">
              <a:rPr lang="en-US" smtClean="0"/>
              <a:t>4/26/22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39791-001D-524B-B386-CF3483D4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214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DC188-E23B-3743-A5F2-15AEADC0E951}" type="datetimeFigureOut">
              <a:rPr lang="en-US" smtClean="0"/>
              <a:t>4/26/22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39791-001D-524B-B386-CF3483D4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022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DC188-E23B-3743-A5F2-15AEADC0E951}" type="datetimeFigureOut">
              <a:rPr lang="en-US" smtClean="0"/>
              <a:t>4/26/22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39791-001D-524B-B386-CF3483D4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35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DC188-E23B-3743-A5F2-15AEADC0E951}" type="datetimeFigureOut">
              <a:rPr lang="en-US" smtClean="0"/>
              <a:t>4/26/22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39791-001D-524B-B386-CF3483D4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41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DC188-E23B-3743-A5F2-15AEADC0E951}" type="datetimeFigureOut">
              <a:rPr lang="en-US" smtClean="0"/>
              <a:t>4/26/22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39791-001D-524B-B386-CF3483D4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019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DC188-E23B-3743-A5F2-15AEADC0E951}" type="datetimeFigureOut">
              <a:rPr lang="en-US" smtClean="0"/>
              <a:t>4/26/22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39791-001D-524B-B386-CF3483D4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634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B9DC188-E23B-3743-A5F2-15AEADC0E951}" type="datetimeFigureOut">
              <a:rPr lang="en-US" smtClean="0"/>
              <a:t>4/26/22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0239791-001D-524B-B386-CF3483D4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6160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B9DC188-E23B-3743-A5F2-15AEADC0E951}" type="datetimeFigureOut">
              <a:rPr lang="en-US" smtClean="0"/>
              <a:t>4/26/22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0239791-001D-524B-B386-CF3483D477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40696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B9DC188-E23B-3743-A5F2-15AEADC0E951}" type="datetimeFigureOut">
              <a:rPr lang="en-US" smtClean="0"/>
              <a:t>4/26/22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0239791-001D-524B-B386-CF3483D4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5177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DC188-E23B-3743-A5F2-15AEADC0E951}" type="datetimeFigureOut">
              <a:rPr lang="en-US" smtClean="0"/>
              <a:t>4/26/22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39791-001D-524B-B386-CF3483D4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528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DC188-E23B-3743-A5F2-15AEADC0E951}" type="datetimeFigureOut">
              <a:rPr lang="en-US" smtClean="0"/>
              <a:t>4/26/22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39791-001D-524B-B386-CF3483D4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5663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DC188-E23B-3743-A5F2-15AEADC0E951}" type="datetimeFigureOut">
              <a:rPr lang="en-US" smtClean="0"/>
              <a:t>4/26/22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39791-001D-524B-B386-CF3483D4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4562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B9DC188-E23B-3743-A5F2-15AEADC0E951}" type="datetimeFigureOut">
              <a:rPr lang="en-US" smtClean="0"/>
              <a:t>4/26/22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0239791-001D-524B-B386-CF3483D4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028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DC188-E23B-3743-A5F2-15AEADC0E951}" type="datetimeFigureOut">
              <a:rPr lang="en-US" smtClean="0"/>
              <a:t>4/26/22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39791-001D-524B-B386-CF3483D4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5803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5DF28-36D1-49F4-AAE3-BCBFD05A37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825473"/>
            <a:ext cx="9448800" cy="1825096"/>
          </a:xfrm>
        </p:spPr>
        <p:txBody>
          <a:bodyPr anchor="ctr">
            <a:normAutofit/>
          </a:bodyPr>
          <a:lstStyle/>
          <a:p>
            <a:pPr algn="ctr" fontAlgn="ctr"/>
            <a:r>
              <a:rPr lang="en-US" b="1" dirty="0"/>
              <a:t>Outfit generator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8696C2-8DE3-0E89-83D9-C1C813E5E9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4174" y="2307669"/>
            <a:ext cx="9448800" cy="685800"/>
          </a:xfrm>
        </p:spPr>
        <p:txBody>
          <a:bodyPr/>
          <a:lstStyle/>
          <a:p>
            <a:pPr algn="ctr"/>
            <a:r>
              <a:rPr lang="en-US" dirty="0"/>
              <a:t>Jarrett Arrington</a:t>
            </a:r>
          </a:p>
        </p:txBody>
      </p:sp>
      <p:pic>
        <p:nvPicPr>
          <p:cNvPr id="1026" name="Picture 2" descr="Your Random Number Generator Dresses You Funny | Miles Ott">
            <a:extLst>
              <a:ext uri="{FF2B5EF4-FFF2-40B4-BE49-F238E27FC236}">
                <a16:creationId xmlns:a16="http://schemas.microsoft.com/office/drawing/2014/main" id="{84D9927C-EA42-9E6E-B60B-94F4AE046A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885" y="3646843"/>
            <a:ext cx="4193050" cy="2661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4087C3-921F-655D-55E1-5CBF5FF6111A}"/>
              </a:ext>
            </a:extLst>
          </p:cNvPr>
          <p:cNvSpPr txBox="1"/>
          <p:nvPr/>
        </p:nvSpPr>
        <p:spPr>
          <a:xfrm>
            <a:off x="6938682" y="3057862"/>
            <a:ext cx="449490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Cant decide what to wear? Use the Outfit Generator!</a:t>
            </a:r>
          </a:p>
        </p:txBody>
      </p:sp>
    </p:spTree>
    <p:extLst>
      <p:ext uri="{BB962C8B-B14F-4D97-AF65-F5344CB8AC3E}">
        <p14:creationId xmlns:p14="http://schemas.microsoft.com/office/powerpoint/2010/main" val="826047119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{20160ADB-BDD4-D248-B9CE-F3B05838879E}tf10001079</Template>
  <TotalTime>25</TotalTime>
  <Words>15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Century Gothic</vt:lpstr>
      <vt:lpstr>Vapor Trail</vt:lpstr>
      <vt:lpstr>Outfit generator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Outfit generator</dc:title>
  <dc:creator>Jarrett Arrington</dc:creator>
  <cp:lastModifiedBy>Jarrett Arrington</cp:lastModifiedBy>
  <cp:revision>1</cp:revision>
  <dcterms:created xsi:type="dcterms:W3CDTF">2022-04-27T02:59:31Z</dcterms:created>
  <dcterms:modified xsi:type="dcterms:W3CDTF">2022-04-27T03:25:07Z</dcterms:modified>
</cp:coreProperties>
</file>